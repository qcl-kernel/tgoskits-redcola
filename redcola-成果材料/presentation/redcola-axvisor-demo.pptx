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a04d12b9684b5d" /><Relationship Type="http://schemas.openxmlformats.org/officeDocument/2006/relationships/extended-properties" Target="/docProps/app.xml" Id="R65b86acb79d043c1" /><Relationship Type="http://schemas.openxmlformats.org/officeDocument/2006/relationships/officeDocument" Target="/ppt/presentation.xml" Id="R3ea00cbfd4e74a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348ad72b6b40a8"/>
  </p:sldMasterIdLst>
  <p:notesMasterIdLst>
    <p:notesMasterId xmlns:r="http://schemas.openxmlformats.org/officeDocument/2006/relationships" r:id="R0c84f0ce24ca4dc7"/>
  </p:notesMasterIdLst>
  <p:sldIdLst>
    <p:sldId xmlns:r="http://schemas.openxmlformats.org/officeDocument/2006/relationships" id="256" r:id="R22e55fd11967496f"/>
    <p:sldId xmlns:r="http://schemas.openxmlformats.org/officeDocument/2006/relationships" id="257" r:id="Rab1465cd05274188"/>
    <p:sldId xmlns:r="http://schemas.openxmlformats.org/officeDocument/2006/relationships" id="258" r:id="Rdc44b4925f8342bc"/>
    <p:sldId xmlns:r="http://schemas.openxmlformats.org/officeDocument/2006/relationships" id="259" r:id="R301a6442b9544b16"/>
    <p:sldId xmlns:r="http://schemas.openxmlformats.org/officeDocument/2006/relationships" id="260" r:id="Rd146ce5400b74949"/>
    <p:sldId xmlns:r="http://schemas.openxmlformats.org/officeDocument/2006/relationships" id="261" r:id="R25b2e1a6e4a742fa"/>
    <p:sldId xmlns:r="http://schemas.openxmlformats.org/officeDocument/2006/relationships" id="262" r:id="R958df6351f2d47a5"/>
    <p:sldId xmlns:r="http://schemas.openxmlformats.org/officeDocument/2006/relationships" id="263" r:id="Rc919bf7dfb0b413c"/>
    <p:sldId xmlns:r="http://schemas.openxmlformats.org/officeDocument/2006/relationships" id="264" r:id="Ra7874028bb63413f"/>
    <p:sldId xmlns:r="http://schemas.openxmlformats.org/officeDocument/2006/relationships" id="265" r:id="Ra180b424205f46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e285f2b2e84e0a" /><Relationship Type="http://schemas.openxmlformats.org/officeDocument/2006/relationships/slideMaster" Target="/ppt/slideMasters/slideMaster1.xml" Id="R7b348ad72b6b40a8" /><Relationship Type="http://schemas.openxmlformats.org/officeDocument/2006/relationships/notesMaster" Target="/ppt/notesMasters/notesMaster1.xml" Id="R0c84f0ce24ca4dc7" /><Relationship Type="http://schemas.openxmlformats.org/officeDocument/2006/relationships/presProps" Target="/ppt/presProps.xml" Id="Rdf99863426584397" /><Relationship Type="http://schemas.openxmlformats.org/officeDocument/2006/relationships/tableStyles" Target="/ppt/tableStyles.xml" Id="R0f46087a1ad242e1" /><Relationship Type="http://schemas.openxmlformats.org/officeDocument/2006/relationships/slide" Target="/ppt/slides/slide1.xml" Id="R22e55fd11967496f" /><Relationship Type="http://schemas.openxmlformats.org/officeDocument/2006/relationships/slide" Target="/ppt/slides/slide2.xml" Id="Rab1465cd05274188" /><Relationship Type="http://schemas.openxmlformats.org/officeDocument/2006/relationships/slide" Target="/ppt/slides/slide3.xml" Id="Rdc44b4925f8342bc" /><Relationship Type="http://schemas.openxmlformats.org/officeDocument/2006/relationships/slide" Target="/ppt/slides/slide4.xml" Id="R301a6442b9544b16" /><Relationship Type="http://schemas.openxmlformats.org/officeDocument/2006/relationships/slide" Target="/ppt/slides/slide5.xml" Id="Rd146ce5400b74949" /><Relationship Type="http://schemas.openxmlformats.org/officeDocument/2006/relationships/slide" Target="/ppt/slides/slide6.xml" Id="R25b2e1a6e4a742fa" /><Relationship Type="http://schemas.openxmlformats.org/officeDocument/2006/relationships/slide" Target="/ppt/slides/slide7.xml" Id="R958df6351f2d47a5" /><Relationship Type="http://schemas.openxmlformats.org/officeDocument/2006/relationships/slide" Target="/ppt/slides/slide8.xml" Id="Rc919bf7dfb0b413c" /><Relationship Type="http://schemas.openxmlformats.org/officeDocument/2006/relationships/slide" Target="/ppt/slides/slide9.xml" Id="Ra7874028bb63413f" /><Relationship Type="http://schemas.openxmlformats.org/officeDocument/2006/relationships/slide" Target="/ppt/slides/slide10.xml" Id="Ra180b424205f46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f54634e3254a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4ef37bb24640a0" /><Relationship Type="http://schemas.openxmlformats.org/officeDocument/2006/relationships/notesMaster" Target="/ppt/notesMasters/notesMaster1.xml" Id="Rab584b646e8e43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40fab644cd4d5c" /><Relationship Type="http://schemas.openxmlformats.org/officeDocument/2006/relationships/notesMaster" Target="/ppt/notesMasters/notesMaster1.xml" Id="R33946bffdb2c4a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33b238f501430a" /><Relationship Type="http://schemas.openxmlformats.org/officeDocument/2006/relationships/notesMaster" Target="/ppt/notesMasters/notesMaster1.xml" Id="Rca6e39c10af148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02c6155f2540bc" /><Relationship Type="http://schemas.openxmlformats.org/officeDocument/2006/relationships/notesMaster" Target="/ppt/notesMasters/notesMaster1.xml" Id="R4bea666e4dc54d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6579ac6fe2431c" /><Relationship Type="http://schemas.openxmlformats.org/officeDocument/2006/relationships/notesMaster" Target="/ppt/notesMasters/notesMaster1.xml" Id="Rfd13b5c3459247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5b9ae137844352" /><Relationship Type="http://schemas.openxmlformats.org/officeDocument/2006/relationships/notesMaster" Target="/ppt/notesMasters/notesMaster1.xml" Id="Ra0735a20cd0243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72bc387c404a54" /><Relationship Type="http://schemas.openxmlformats.org/officeDocument/2006/relationships/notesMaster" Target="/ppt/notesMasters/notesMaster1.xml" Id="R286d4b7beba242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fd78af08fe47e5" /><Relationship Type="http://schemas.openxmlformats.org/officeDocument/2006/relationships/notesMaster" Target="/ppt/notesMasters/notesMaster1.xml" Id="R1ad756f44e5045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a600692bd84635" /><Relationship Type="http://schemas.openxmlformats.org/officeDocument/2006/relationships/notesMaster" Target="/ppt/notesMasters/notesMaster1.xml" Id="R0c40c45cacbe4a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583ac4f0354a08" /><Relationship Type="http://schemas.openxmlformats.org/officeDocument/2006/relationships/notesMaster" Target="/ppt/notesMasters/notesMaster1.xml" Id="R337d55a1830b44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00:00-00:25｜最终交付概览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大家好，我们是 redcola 队。作品面向智能化工控混合系统，在同一 QEMU AArch64 平台中，由 AxVisor 同时承载 Linux 与 Zephyr RTOS。Linux 负责 AI 推理和非实时逻辑，RTOS 负责周期任务和控制执行；两个 Guest 通过 IPv4/UDP 和 QCZ1 协议形成完整闭环。本次最终同步基于官方 dev 8e39cbd5。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redcola final video frame and internal contest evidence.</a:t>
            </a:r>
          </a:p>
          <a:p xmlns:a="http://schemas.openxmlformats.org/drawingml/2006/main">
            <a:r>
              <a:t>- tgoskits private submission PR #1 and PR #2.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00:25-00:55｜系统架构与资源隔离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系统采用明确的资源隔离。Linux Guest 配置两个 vCPU，映射到物理 CPU 1 和 2；Zephyr RTOS 使用物理 CPU 0。Linux 地址是 192.0.2.10，RTOS 地址是 192.0.2.20，服务端口为 4242。主数据通道完全基于 IP 网络，不使用共享内存、HyperCall 或裸 MMIO 作为通信捷径。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redcola final video frame and internal contest evidence.</a:t>
            </a:r>
          </a:p>
          <a:p xmlns:a="http://schemas.openxmlformats.org/drawingml/2006/main">
            <a:r>
              <a:t>- tgoskits private submission PR #1 and PR #2.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00:55-01:20｜AxVisor 关键路径改造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任务一首先完成 AxVisor 关键路径支撑。已经合并的公开 PR 1770 改进了 vTimer 与虚拟中断相关路径；最终分支还补充了 PCI interrupt-map 解析。针对核心代码运行 AxVM host tests，296 项全部通过，定向测试 1 项通过，并确认没有越界文件。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redcola final video frame and internal contest evidence.</a:t>
            </a:r>
          </a:p>
          <a:p xmlns:a="http://schemas.openxmlformats.org/drawingml/2006/main">
            <a:r>
              <a:t>- tgoskits private submission PR #1 and PR #2.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01:20-01:55｜长样本实时性与压力验证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在实时性验证中，我们使用 Linux 两个 vCPU，并将 Linux 周期探针固定在 CPU 0、压力线程固定在 CPU 1。版本固定的长压力结果包含三万次周期样本、1 毫秒周期和两个 worker，完整闭环保持 PASS；最终同步后又完成了最新 dev 的兼容闭环验证。这里同时记录平均值、p99 和最大延迟，不只看平均表现。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redcola final video frame and internal contest evidence.</a:t>
            </a:r>
          </a:p>
          <a:p xmlns:a="http://schemas.openxmlformats.org/drawingml/2006/main">
            <a:r>
              <a:t>- tgoskits private submission PR #1 and PR #2.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01:55-02:30｜前后对比与原生 RTOS 基线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为了避免只给单点结果，我们保留了改造前后和原生 RTOS 两层基线。Zephyr 原生 latency benchmark 输出 47 项指标；AxVisor 双 Guest 在零、一个和两个 worker 下做同口径比较。零压力和一个 worker 的 RTOS p99 都有明显下降；四 worker 是两 vCPU Linux 的过载边界，只证明重压下链路仍能完成，不作为实时性全面改善结论。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redcola final video frame and internal contest evidence.</a:t>
            </a:r>
          </a:p>
          <a:p xmlns:a="http://schemas.openxmlformats.org/drawingml/2006/main">
            <a:r>
              <a:t>- tgoskits private submission PR #1 and PR #2.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02:30-03:05｜QCZ1 可靠 UDP 双向协议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任务二使用自定义 QCZ1 可靠 UDP 协议。帧中包含 magic、版本、消息类型、长度、序号、时间戳和校验字段，并实现 CONTROL_SET、STATE_REQ、ACK、STATUS 与 ERROR。Linux 与 RTOS 普通 UDP 二十次全通过，QCZ1 十次全通过，重复包处理和状态回传生效，TAP 抓包八十八个、内核丢包为零。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redcola final video frame and internal contest evidence.</a:t>
            </a:r>
          </a:p>
          <a:p xmlns:a="http://schemas.openxmlformats.org/drawingml/2006/main">
            <a:r>
              <a:t>- tgoskits private submission PR #1 and PR #2.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03:05-03:40｜神经网络驱动的控制闭环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任务三在 Linux Guest 内运行固定权重的小型神经网络，推理结果封装为 QCZ1 CONTROL_SET 发送给 Zephyr。RTOS 根据 AI 分数计算输出，执行可观察的控制状态更新，再通过 ACK 和 STATUS 回传。十轮闭环全部通过；AI 控制误差二百零七，低于固定参数基线二百四十，同时记录推理和端到端延迟。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redcola final video frame and internal contest evidence.</a:t>
            </a:r>
          </a:p>
          <a:p xmlns:a="http://schemas.openxmlformats.org/drawingml/2006/main">
            <a:r>
              <a:t>- tgoskits private submission PR #1 and PR #2.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03:40-04:15｜真实双客户机日志回放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这一页是同一次运行的双终端回放。左侧是 Zephyr RTOS，可以看到 UDP 接收、控制参数应用和状态输出；右侧是 Linux AI 客户机，可以看到两个 vCPU 启动、QCZ1 请求、AI 推理以及 ACK 和 STATUS。两侧日志共同证明这不是单机脚本模拟，而是 AxVisor 下真实的跨 Guest IP 通信与闭环控制。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redcola final video frame and internal contest evidence.</a:t>
            </a:r>
          </a:p>
          <a:p xmlns:a="http://schemas.openxmlformats.org/drawingml/2006/main">
            <a:r>
              <a:t>- tgoskits private submission PR #1 and PR #2.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04:15-04:40｜StarryOS 加分项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除标准 Linux 主链路外，我们还单独提交了 StarryOS 加分 PR。在版本固定的 StarryOS AArch64 QEMU Guest 中运行同类固定点 MLP，八个样本通过，手动基线误差一千零一十三，AI 误差为零，并输出 QCZ1 parity 和 AI control PASS 标记。这里证明非实时侧向 StarryOS 迁移的可行性，不宣称它已经完整替代 Linux 完成全部三项任务。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redcola final video frame and internal contest evidence.</a:t>
            </a:r>
          </a:p>
          <a:p xmlns:a="http://schemas.openxmlformats.org/drawingml/2006/main">
            <a:r>
              <a:t>- tgoskits private submission PR #1 and PR #2.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04:40-05:00｜工程交付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工程交付方面，主交付与 StarryOS 加分项分为两个私有 PR，核心 PR 1770 已在上游合并。当前无视频核验包包含七十五个实际文件，覆盖设计、协议、测试、复现和校验材料；加入本次最终视频后还会再次执行 fresh-unzip 校验。以上就是 redcola 的完整交付，谢谢各位评委。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redcola final video frame and internal contest evidence.</a:t>
            </a:r>
          </a:p>
          <a:p xmlns:a="http://schemas.openxmlformats.org/drawingml/2006/main">
            <a:r>
              <a:t>- tgoskits private submission PR #1 and PR #2.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62337bd4a749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fc32f18c8248ad" /><Relationship Type="http://schemas.openxmlformats.org/officeDocument/2006/relationships/slideLayout" Target="/ppt/slideLayouts/slideLayout1.xml" Id="R35faa1f0e1c441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faa1f0e1c441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8606c9cac4d57" /><Relationship Type="http://schemas.openxmlformats.org/officeDocument/2006/relationships/image" Target="/ppt/media/image.png" Id="R343834a0d18d4836" /><Relationship Type="http://schemas.openxmlformats.org/officeDocument/2006/relationships/notesSlide" Target="/ppt/notesSlides/notesSlide1.xml" Id="Rb5d3cd0e95d345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1af04d2e24cdc" /><Relationship Type="http://schemas.openxmlformats.org/officeDocument/2006/relationships/image" Target="/ppt/media/image2.png" Id="Rcf16a75a70bf444c" /><Relationship Type="http://schemas.openxmlformats.org/officeDocument/2006/relationships/notesSlide" Target="/ppt/notesSlides/notesSlide2.xml" Id="Rde40b8309b6244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46bbabc224fae" /><Relationship Type="http://schemas.openxmlformats.org/officeDocument/2006/relationships/image" Target="/ppt/media/image3.png" Id="R2b6d98642d6845ab" /><Relationship Type="http://schemas.openxmlformats.org/officeDocument/2006/relationships/notesSlide" Target="/ppt/notesSlides/notesSlide3.xml" Id="R4aa519e7f3fc4e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f65ad3b4a4725" /><Relationship Type="http://schemas.openxmlformats.org/officeDocument/2006/relationships/image" Target="/ppt/media/image4.png" Id="R6de8c2d3e9354a89" /><Relationship Type="http://schemas.openxmlformats.org/officeDocument/2006/relationships/notesSlide" Target="/ppt/notesSlides/notesSlide4.xml" Id="Rc9f5bc8fc53a4d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4f1cd77534414" /><Relationship Type="http://schemas.openxmlformats.org/officeDocument/2006/relationships/image" Target="/ppt/media/image5.png" Id="R9376e4f4b40b4222" /><Relationship Type="http://schemas.openxmlformats.org/officeDocument/2006/relationships/notesSlide" Target="/ppt/notesSlides/notesSlide5.xml" Id="Ra6a41688877e48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1254e1cd7409f" /><Relationship Type="http://schemas.openxmlformats.org/officeDocument/2006/relationships/image" Target="/ppt/media/image6.png" Id="R68ec3095270a49ac" /><Relationship Type="http://schemas.openxmlformats.org/officeDocument/2006/relationships/notesSlide" Target="/ppt/notesSlides/notesSlide6.xml" Id="R48f240524bfa4b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aae1778c74dba" /><Relationship Type="http://schemas.openxmlformats.org/officeDocument/2006/relationships/image" Target="/ppt/media/image7.png" Id="R88446ab915a14fad" /><Relationship Type="http://schemas.openxmlformats.org/officeDocument/2006/relationships/notesSlide" Target="/ppt/notesSlides/notesSlide7.xml" Id="R23ab73be6f0b4b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43fcc8cbc4db0" /><Relationship Type="http://schemas.openxmlformats.org/officeDocument/2006/relationships/image" Target="/ppt/media/image8.png" Id="R4a2b28e7cd3b4895" /><Relationship Type="http://schemas.openxmlformats.org/officeDocument/2006/relationships/notesSlide" Target="/ppt/notesSlides/notesSlide8.xml" Id="Rbe96dbd4b5f242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7198b4b0a444f" /><Relationship Type="http://schemas.openxmlformats.org/officeDocument/2006/relationships/image" Target="/ppt/media/image9.png" Id="R44a5cff4c29f457a" /><Relationship Type="http://schemas.openxmlformats.org/officeDocument/2006/relationships/notesSlide" Target="/ppt/notesSlides/notesSlide9.xml" Id="Rc679159f0b9446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82c7b34804a94" /><Relationship Type="http://schemas.openxmlformats.org/officeDocument/2006/relationships/image" Target="/ppt/media/image10.png" Id="Rc0ea6e0523a344c5" /><Relationship Type="http://schemas.openxmlformats.org/officeDocument/2006/relationships/notesSlide" Target="/ppt/notesSlides/notesSlide10.xml" Id="R8c9f7df295594a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834a0d18d48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latest-dev-base-card-correction">
            <a:extLst xmlns:a="http://schemas.openxmlformats.org/drawingml/2006/main">
              <a:ext uri="{FF2B5EF4-FFF2-40B4-BE49-F238E27FC236}">
                <a16:creationId xmlns:a16="http://schemas.microsoft.com/office/drawing/2014/main" id="{ED852796-777B-4166-9A34-59D84030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33500"/>
            <a:ext cx="26384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F"/>
          </a:solidFill>
          <a:ln xmlns:a="http://schemas.openxmlformats.org/drawingml/2006/main" w="0">
            <a:solidFill>
              <a:srgbClr val="1822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7D68A"/>
                </a:solidFill>
              </a:defRPr>
            </a:pPr>
            <a:r>
              <a:rPr sz="1800" b="1">
                <a:solidFill>
                  <a:srgbClr val="47D68A"/>
                </a:solidFill>
              </a:rPr>
              <a:t>8e39cbd5</a:t>
            </a:r>
          </a:p>
          <a:p xmlns:a="http://schemas.openxmlformats.org/drawingml/2006/main">
            <a:pPr algn="l">
              <a:defRPr sz="1800" b="1">
                <a:solidFill>
                  <a:srgbClr val="47D68A"/>
                </a:solidFill>
              </a:defRPr>
            </a:pPr>
            <a:r>
              <a:rPr sz="1800" b="1">
                <a:solidFill>
                  <a:srgbClr val="47D68A"/>
                </a:solidFill>
              </a:rPr>
              <a:t>最新官方 dev 基线</a:t>
            </a:r>
          </a:p>
        </p:txBody>
      </p:sp>
      <p:sp>
        <p:nvSpPr>
          <p:cNvPr id="3" name="latest-dev-base-line-correction">
            <a:extLst xmlns:a="http://schemas.openxmlformats.org/drawingml/2006/main">
              <a:ext uri="{FF2B5EF4-FFF2-40B4-BE49-F238E27FC236}">
                <a16:creationId xmlns:a16="http://schemas.microsoft.com/office/drawing/2014/main" id="{5CDAC351-20FC-4929-8597-1C084E60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A"/>
          </a:solidFill>
          <a:ln xmlns:a="http://schemas.openxmlformats.org/drawingml/2006/main" w="0">
            <a:solidFill>
              <a:srgbClr val="202C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F2F5F8"/>
                </a:solidFill>
              </a:defRPr>
            </a:pPr>
            <a:r>
              <a:rPr sz="1200">
                <a:solidFill>
                  <a:srgbClr val="F2F5F8"/>
                </a:solidFill>
              </a:rPr>
              <a:t>official dev: 8e39cbd586a4...</a:t>
            </a:r>
          </a:p>
        </p:txBody>
      </p:sp>
    </p:spTree>
    <p:extLst>
      <p:ext uri="{BB962C8B-B14F-4D97-AF65-F5344CB8AC3E}">
        <p14:creationId xmlns:p14="http://schemas.microsoft.com/office/powerpoint/2010/main" val="1132895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6a75a70bf44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287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d98642d6845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1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8c2d3e9354a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863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6e4f4b40b42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278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c3095270a49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159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46ab915a14f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776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b28e7cd3b48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ual-guest-pass-caption">
            <a:extLst xmlns:a="http://schemas.openxmlformats.org/drawingml/2006/main">
              <a:ext uri="{FF2B5EF4-FFF2-40B4-BE49-F238E27FC236}">
                <a16:creationId xmlns:a16="http://schemas.microsoft.com/office/drawing/2014/main" id="{48EF4D08-4EE5-4834-93C7-D40622F1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48375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1D"/>
          </a:solidFill>
          <a:ln xmlns:a="http://schemas.openxmlformats.org/drawingml/2006/main" w="0">
            <a:solidFill>
              <a:srgbClr val="0D141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E8EDF3"/>
                </a:solidFill>
              </a:defRPr>
            </a:pPr>
            <a:r>
              <a:rPr sz="1125">
                <a:solidFill>
                  <a:srgbClr val="E8EDF3"/>
                </a:solidFill>
              </a:rPr>
              <a:t>双侧输出来自同一次已验证运行；UDP、QCZ1、AI 与状态回传 marker 均为 PASS。</a:t>
            </a:r>
          </a:p>
        </p:txBody>
      </p:sp>
    </p:spTree>
    <p:extLst>
      <p:ext uri="{BB962C8B-B14F-4D97-AF65-F5344CB8AC3E}">
        <p14:creationId xmlns:p14="http://schemas.microsoft.com/office/powerpoint/2010/main" val="6859006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5cff4c29f45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tarry-version-boundary-title">
            <a:extLst xmlns:a="http://schemas.openxmlformats.org/drawingml/2006/main">
              <a:ext uri="{FF2B5EF4-FFF2-40B4-BE49-F238E27FC236}">
                <a16:creationId xmlns:a16="http://schemas.microsoft.com/office/drawing/2014/main" id="{E022DD81-AC68-4D67-9EE4-3F7DBB61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1475"/>
            <a:ext cx="904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1017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F5F8"/>
                </a:solidFill>
              </a:defRPr>
            </a:pPr>
            <a:r>
              <a:rPr sz="2250" b="1">
                <a:solidFill>
                  <a:srgbClr val="F2F5F8"/>
                </a:solidFill>
              </a:rPr>
              <a:t>StarryOS 加分项：版本固定的 AI 推理验证</a:t>
            </a:r>
          </a:p>
        </p:txBody>
      </p:sp>
    </p:spTree>
    <p:extLst>
      <p:ext uri="{BB962C8B-B14F-4D97-AF65-F5344CB8AC3E}">
        <p14:creationId xmlns:p14="http://schemas.microsoft.com/office/powerpoint/2010/main" val="18751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a6e0523a344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inal-package-file-count-correction">
            <a:extLst xmlns:a="http://schemas.openxmlformats.org/drawingml/2006/main">
              <a:ext uri="{FF2B5EF4-FFF2-40B4-BE49-F238E27FC236}">
                <a16:creationId xmlns:a16="http://schemas.microsoft.com/office/drawing/2014/main" id="{ADDCFF50-61D3-4328-A3F6-D6CEEE25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3350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F"/>
          </a:solidFill>
          <a:ln xmlns:a="http://schemas.openxmlformats.org/drawingml/2006/main" w="0">
            <a:solidFill>
              <a:srgbClr val="1822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7D68A"/>
                </a:solidFill>
              </a:defRPr>
            </a:pPr>
            <a:r>
              <a:rPr sz="1950" b="1">
                <a:solidFill>
                  <a:srgbClr val="47D68A"/>
                </a:solidFill>
              </a:rPr>
              <a:t>75+</a:t>
            </a:r>
          </a:p>
          <a:p xmlns:a="http://schemas.openxmlformats.org/drawingml/2006/main">
            <a:pPr algn="l">
              <a:defRPr sz="1950" b="1">
                <a:solidFill>
                  <a:srgbClr val="47D68A"/>
                </a:solidFill>
              </a:defRPr>
            </a:pPr>
            <a:r>
              <a:rPr sz="1950" b="1">
                <a:solidFill>
                  <a:srgbClr val="47D68A"/>
                </a:solidFill>
              </a:rPr>
              <a:t>可验证交付文件</a:t>
            </a:r>
          </a:p>
        </p:txBody>
      </p:sp>
    </p:spTree>
    <p:extLst>
      <p:ext uri="{BB962C8B-B14F-4D97-AF65-F5344CB8AC3E}">
        <p14:creationId xmlns:p14="http://schemas.microsoft.com/office/powerpoint/2010/main" val="803494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2026-08-21T14:18:37.8110000Z</dcterms:created>
  <dcterms:modified xsi:type="dcterms:W3CDTF">2026-08-21T14:18:37.8110000Z</dcterms:modified>
</coreProperties>
</file>